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6" autoAdjust="0"/>
    <p:restoredTop sz="94660"/>
  </p:normalViewPr>
  <p:slideViewPr>
    <p:cSldViewPr snapToGrid="0">
      <p:cViewPr varScale="1">
        <p:scale>
          <a:sx n="155" d="100"/>
          <a:sy n="155" d="100"/>
        </p:scale>
        <p:origin x="390"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E9BE7-C941-1A0A-BD61-7FB594B173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56884664-A76B-4AA5-FED9-67F20D238F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30A6664A-43E4-8E94-C9DA-4354620DEED9}"/>
              </a:ext>
            </a:extLst>
          </p:cNvPr>
          <p:cNvSpPr>
            <a:spLocks noGrp="1"/>
          </p:cNvSpPr>
          <p:nvPr>
            <p:ph type="dt" sz="half" idx="10"/>
          </p:nvPr>
        </p:nvSpPr>
        <p:spPr/>
        <p:txBody>
          <a:bodyPr/>
          <a:lstStyle/>
          <a:p>
            <a:fld id="{64DBA330-ADC9-41CF-B4A5-462045BEF010}" type="datetimeFigureOut">
              <a:rPr lang="en-CA" smtClean="0"/>
              <a:t>2026-01-17</a:t>
            </a:fld>
            <a:endParaRPr lang="en-CA"/>
          </a:p>
        </p:txBody>
      </p:sp>
      <p:sp>
        <p:nvSpPr>
          <p:cNvPr id="5" name="Footer Placeholder 4">
            <a:extLst>
              <a:ext uri="{FF2B5EF4-FFF2-40B4-BE49-F238E27FC236}">
                <a16:creationId xmlns:a16="http://schemas.microsoft.com/office/drawing/2014/main" id="{634E1EEB-EC51-DD8C-A964-9B3F06C090B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336EBCB-EA6F-C5CD-371A-278EC4C4E061}"/>
              </a:ext>
            </a:extLst>
          </p:cNvPr>
          <p:cNvSpPr>
            <a:spLocks noGrp="1"/>
          </p:cNvSpPr>
          <p:nvPr>
            <p:ph type="sldNum" sz="quarter" idx="12"/>
          </p:nvPr>
        </p:nvSpPr>
        <p:spPr/>
        <p:txBody>
          <a:bodyPr/>
          <a:lstStyle/>
          <a:p>
            <a:fld id="{511C773A-398A-4233-8729-106376A292AF}" type="slidenum">
              <a:rPr lang="en-CA" smtClean="0"/>
              <a:t>‹#›</a:t>
            </a:fld>
            <a:endParaRPr lang="en-CA"/>
          </a:p>
        </p:txBody>
      </p:sp>
    </p:spTree>
    <p:extLst>
      <p:ext uri="{BB962C8B-B14F-4D97-AF65-F5344CB8AC3E}">
        <p14:creationId xmlns:p14="http://schemas.microsoft.com/office/powerpoint/2010/main" val="887724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4A215-56FF-0D00-5711-F4D1323A3D7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BAD088F-AAE1-E9E2-2003-AAA3CCCCF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ED08B7F-B546-DF17-6D8A-94118F859F8F}"/>
              </a:ext>
            </a:extLst>
          </p:cNvPr>
          <p:cNvSpPr>
            <a:spLocks noGrp="1"/>
          </p:cNvSpPr>
          <p:nvPr>
            <p:ph type="dt" sz="half" idx="10"/>
          </p:nvPr>
        </p:nvSpPr>
        <p:spPr/>
        <p:txBody>
          <a:bodyPr/>
          <a:lstStyle/>
          <a:p>
            <a:fld id="{64DBA330-ADC9-41CF-B4A5-462045BEF010}" type="datetimeFigureOut">
              <a:rPr lang="en-CA" smtClean="0"/>
              <a:t>2026-01-17</a:t>
            </a:fld>
            <a:endParaRPr lang="en-CA"/>
          </a:p>
        </p:txBody>
      </p:sp>
      <p:sp>
        <p:nvSpPr>
          <p:cNvPr id="5" name="Footer Placeholder 4">
            <a:extLst>
              <a:ext uri="{FF2B5EF4-FFF2-40B4-BE49-F238E27FC236}">
                <a16:creationId xmlns:a16="http://schemas.microsoft.com/office/drawing/2014/main" id="{DDB2FA75-86E6-A9B7-F8DB-E6E449852F7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033E073-49AA-7784-9DD4-948988CB1A8A}"/>
              </a:ext>
            </a:extLst>
          </p:cNvPr>
          <p:cNvSpPr>
            <a:spLocks noGrp="1"/>
          </p:cNvSpPr>
          <p:nvPr>
            <p:ph type="sldNum" sz="quarter" idx="12"/>
          </p:nvPr>
        </p:nvSpPr>
        <p:spPr/>
        <p:txBody>
          <a:bodyPr/>
          <a:lstStyle/>
          <a:p>
            <a:fld id="{511C773A-398A-4233-8729-106376A292AF}" type="slidenum">
              <a:rPr lang="en-CA" smtClean="0"/>
              <a:t>‹#›</a:t>
            </a:fld>
            <a:endParaRPr lang="en-CA"/>
          </a:p>
        </p:txBody>
      </p:sp>
    </p:spTree>
    <p:extLst>
      <p:ext uri="{BB962C8B-B14F-4D97-AF65-F5344CB8AC3E}">
        <p14:creationId xmlns:p14="http://schemas.microsoft.com/office/powerpoint/2010/main" val="807246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FFADB-AABF-74C1-5387-EE837D5076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5304A1F-A59C-8325-688D-1EA075A3A0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8F8202-D1DC-BC53-DFDE-9FE3173935AF}"/>
              </a:ext>
            </a:extLst>
          </p:cNvPr>
          <p:cNvSpPr>
            <a:spLocks noGrp="1"/>
          </p:cNvSpPr>
          <p:nvPr>
            <p:ph type="dt" sz="half" idx="10"/>
          </p:nvPr>
        </p:nvSpPr>
        <p:spPr/>
        <p:txBody>
          <a:bodyPr/>
          <a:lstStyle/>
          <a:p>
            <a:fld id="{64DBA330-ADC9-41CF-B4A5-462045BEF010}" type="datetimeFigureOut">
              <a:rPr lang="en-CA" smtClean="0"/>
              <a:t>2026-01-17</a:t>
            </a:fld>
            <a:endParaRPr lang="en-CA"/>
          </a:p>
        </p:txBody>
      </p:sp>
      <p:sp>
        <p:nvSpPr>
          <p:cNvPr id="5" name="Footer Placeholder 4">
            <a:extLst>
              <a:ext uri="{FF2B5EF4-FFF2-40B4-BE49-F238E27FC236}">
                <a16:creationId xmlns:a16="http://schemas.microsoft.com/office/drawing/2014/main" id="{E1D11991-8114-F704-594C-CBF34A6769A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E068929-4664-00C3-5CC2-55833F601219}"/>
              </a:ext>
            </a:extLst>
          </p:cNvPr>
          <p:cNvSpPr>
            <a:spLocks noGrp="1"/>
          </p:cNvSpPr>
          <p:nvPr>
            <p:ph type="sldNum" sz="quarter" idx="12"/>
          </p:nvPr>
        </p:nvSpPr>
        <p:spPr/>
        <p:txBody>
          <a:bodyPr/>
          <a:lstStyle/>
          <a:p>
            <a:fld id="{511C773A-398A-4233-8729-106376A292AF}" type="slidenum">
              <a:rPr lang="en-CA" smtClean="0"/>
              <a:t>‹#›</a:t>
            </a:fld>
            <a:endParaRPr lang="en-CA"/>
          </a:p>
        </p:txBody>
      </p:sp>
    </p:spTree>
    <p:extLst>
      <p:ext uri="{BB962C8B-B14F-4D97-AF65-F5344CB8AC3E}">
        <p14:creationId xmlns:p14="http://schemas.microsoft.com/office/powerpoint/2010/main" val="2596024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94C3-FDAA-6EFA-FEB8-27742843E2F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F7AB780-ACB5-10FF-844E-FD161CDE56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A5BED704-8E7B-E039-F02B-9BA799B75E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656E774-7CDC-A1D2-48BD-50BC043A9124}"/>
              </a:ext>
            </a:extLst>
          </p:cNvPr>
          <p:cNvSpPr>
            <a:spLocks noGrp="1"/>
          </p:cNvSpPr>
          <p:nvPr>
            <p:ph type="dt" sz="half" idx="10"/>
          </p:nvPr>
        </p:nvSpPr>
        <p:spPr/>
        <p:txBody>
          <a:bodyPr/>
          <a:lstStyle/>
          <a:p>
            <a:fld id="{64DBA330-ADC9-41CF-B4A5-462045BEF010}" type="datetimeFigureOut">
              <a:rPr lang="en-CA" smtClean="0"/>
              <a:t>2026-01-17</a:t>
            </a:fld>
            <a:endParaRPr lang="en-CA"/>
          </a:p>
        </p:txBody>
      </p:sp>
      <p:sp>
        <p:nvSpPr>
          <p:cNvPr id="6" name="Footer Placeholder 5">
            <a:extLst>
              <a:ext uri="{FF2B5EF4-FFF2-40B4-BE49-F238E27FC236}">
                <a16:creationId xmlns:a16="http://schemas.microsoft.com/office/drawing/2014/main" id="{988B161E-97EB-3FD7-D540-CEC902B09E1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C246682-5407-1C8A-BE25-34C927CDC366}"/>
              </a:ext>
            </a:extLst>
          </p:cNvPr>
          <p:cNvSpPr>
            <a:spLocks noGrp="1"/>
          </p:cNvSpPr>
          <p:nvPr>
            <p:ph type="sldNum" sz="quarter" idx="12"/>
          </p:nvPr>
        </p:nvSpPr>
        <p:spPr/>
        <p:txBody>
          <a:bodyPr/>
          <a:lstStyle/>
          <a:p>
            <a:fld id="{511C773A-398A-4233-8729-106376A292AF}" type="slidenum">
              <a:rPr lang="en-CA" smtClean="0"/>
              <a:t>‹#›</a:t>
            </a:fld>
            <a:endParaRPr lang="en-CA"/>
          </a:p>
        </p:txBody>
      </p:sp>
    </p:spTree>
    <p:extLst>
      <p:ext uri="{BB962C8B-B14F-4D97-AF65-F5344CB8AC3E}">
        <p14:creationId xmlns:p14="http://schemas.microsoft.com/office/powerpoint/2010/main" val="364918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8E377-F263-4A0A-1FEE-AAC8F9AE62BD}"/>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A099C20-41E9-1D78-DA41-B4DEB90630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371F8E-B9CA-14E6-ECB4-B22BE1EBD9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E3AFFA68-AD16-30A8-E11A-8E9D1004E2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DE3E7A-E9A9-A130-8C59-85FF17C847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DF2C1F5F-C395-B2CF-34D7-72CA290C5745}"/>
              </a:ext>
            </a:extLst>
          </p:cNvPr>
          <p:cNvSpPr>
            <a:spLocks noGrp="1"/>
          </p:cNvSpPr>
          <p:nvPr>
            <p:ph type="dt" sz="half" idx="10"/>
          </p:nvPr>
        </p:nvSpPr>
        <p:spPr/>
        <p:txBody>
          <a:bodyPr/>
          <a:lstStyle/>
          <a:p>
            <a:fld id="{64DBA330-ADC9-41CF-B4A5-462045BEF010}" type="datetimeFigureOut">
              <a:rPr lang="en-CA" smtClean="0"/>
              <a:t>2026-01-17</a:t>
            </a:fld>
            <a:endParaRPr lang="en-CA"/>
          </a:p>
        </p:txBody>
      </p:sp>
      <p:sp>
        <p:nvSpPr>
          <p:cNvPr id="8" name="Footer Placeholder 7">
            <a:extLst>
              <a:ext uri="{FF2B5EF4-FFF2-40B4-BE49-F238E27FC236}">
                <a16:creationId xmlns:a16="http://schemas.microsoft.com/office/drawing/2014/main" id="{DEC8E936-5F50-A60C-8039-5A919DE4EC2F}"/>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00FC0309-783E-92F2-A90D-845EFF6214A8}"/>
              </a:ext>
            </a:extLst>
          </p:cNvPr>
          <p:cNvSpPr>
            <a:spLocks noGrp="1"/>
          </p:cNvSpPr>
          <p:nvPr>
            <p:ph type="sldNum" sz="quarter" idx="12"/>
          </p:nvPr>
        </p:nvSpPr>
        <p:spPr/>
        <p:txBody>
          <a:bodyPr/>
          <a:lstStyle/>
          <a:p>
            <a:fld id="{511C773A-398A-4233-8729-106376A292AF}" type="slidenum">
              <a:rPr lang="en-CA" smtClean="0"/>
              <a:t>‹#›</a:t>
            </a:fld>
            <a:endParaRPr lang="en-CA"/>
          </a:p>
        </p:txBody>
      </p:sp>
    </p:spTree>
    <p:extLst>
      <p:ext uri="{BB962C8B-B14F-4D97-AF65-F5344CB8AC3E}">
        <p14:creationId xmlns:p14="http://schemas.microsoft.com/office/powerpoint/2010/main" val="1668765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FBA82-E986-6073-8DDC-E1E888826C84}"/>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7B17CC5B-1689-57C0-7C23-3C535850CE21}"/>
              </a:ext>
            </a:extLst>
          </p:cNvPr>
          <p:cNvSpPr>
            <a:spLocks noGrp="1"/>
          </p:cNvSpPr>
          <p:nvPr>
            <p:ph type="dt" sz="half" idx="10"/>
          </p:nvPr>
        </p:nvSpPr>
        <p:spPr/>
        <p:txBody>
          <a:bodyPr/>
          <a:lstStyle/>
          <a:p>
            <a:fld id="{64DBA330-ADC9-41CF-B4A5-462045BEF010}" type="datetimeFigureOut">
              <a:rPr lang="en-CA" smtClean="0"/>
              <a:t>2026-01-17</a:t>
            </a:fld>
            <a:endParaRPr lang="en-CA"/>
          </a:p>
        </p:txBody>
      </p:sp>
      <p:sp>
        <p:nvSpPr>
          <p:cNvPr id="4" name="Footer Placeholder 3">
            <a:extLst>
              <a:ext uri="{FF2B5EF4-FFF2-40B4-BE49-F238E27FC236}">
                <a16:creationId xmlns:a16="http://schemas.microsoft.com/office/drawing/2014/main" id="{1164B686-C7BE-0EE6-23FF-9244F22F18CA}"/>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4E5F2EDF-E6B1-049F-C94D-CD473DCFAB21}"/>
              </a:ext>
            </a:extLst>
          </p:cNvPr>
          <p:cNvSpPr>
            <a:spLocks noGrp="1"/>
          </p:cNvSpPr>
          <p:nvPr>
            <p:ph type="sldNum" sz="quarter" idx="12"/>
          </p:nvPr>
        </p:nvSpPr>
        <p:spPr/>
        <p:txBody>
          <a:bodyPr/>
          <a:lstStyle/>
          <a:p>
            <a:fld id="{511C773A-398A-4233-8729-106376A292AF}" type="slidenum">
              <a:rPr lang="en-CA" smtClean="0"/>
              <a:t>‹#›</a:t>
            </a:fld>
            <a:endParaRPr lang="en-CA"/>
          </a:p>
        </p:txBody>
      </p:sp>
    </p:spTree>
    <p:extLst>
      <p:ext uri="{BB962C8B-B14F-4D97-AF65-F5344CB8AC3E}">
        <p14:creationId xmlns:p14="http://schemas.microsoft.com/office/powerpoint/2010/main" val="3632372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0CE6ED-2784-7D91-8531-74AEFC205E48}"/>
              </a:ext>
            </a:extLst>
          </p:cNvPr>
          <p:cNvSpPr>
            <a:spLocks noGrp="1"/>
          </p:cNvSpPr>
          <p:nvPr>
            <p:ph type="dt" sz="half" idx="10"/>
          </p:nvPr>
        </p:nvSpPr>
        <p:spPr/>
        <p:txBody>
          <a:bodyPr/>
          <a:lstStyle/>
          <a:p>
            <a:fld id="{64DBA330-ADC9-41CF-B4A5-462045BEF010}" type="datetimeFigureOut">
              <a:rPr lang="en-CA" smtClean="0"/>
              <a:t>2026-01-17</a:t>
            </a:fld>
            <a:endParaRPr lang="en-CA"/>
          </a:p>
        </p:txBody>
      </p:sp>
      <p:sp>
        <p:nvSpPr>
          <p:cNvPr id="3" name="Footer Placeholder 2">
            <a:extLst>
              <a:ext uri="{FF2B5EF4-FFF2-40B4-BE49-F238E27FC236}">
                <a16:creationId xmlns:a16="http://schemas.microsoft.com/office/drawing/2014/main" id="{2E586800-763B-27D5-9E5E-12F9D3F60F3B}"/>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D63B0194-CCBD-2E9D-CB49-C4B2A32D6F3B}"/>
              </a:ext>
            </a:extLst>
          </p:cNvPr>
          <p:cNvSpPr>
            <a:spLocks noGrp="1"/>
          </p:cNvSpPr>
          <p:nvPr>
            <p:ph type="sldNum" sz="quarter" idx="12"/>
          </p:nvPr>
        </p:nvSpPr>
        <p:spPr/>
        <p:txBody>
          <a:bodyPr/>
          <a:lstStyle/>
          <a:p>
            <a:fld id="{511C773A-398A-4233-8729-106376A292AF}" type="slidenum">
              <a:rPr lang="en-CA" smtClean="0"/>
              <a:t>‹#›</a:t>
            </a:fld>
            <a:endParaRPr lang="en-CA"/>
          </a:p>
        </p:txBody>
      </p:sp>
    </p:spTree>
    <p:extLst>
      <p:ext uri="{BB962C8B-B14F-4D97-AF65-F5344CB8AC3E}">
        <p14:creationId xmlns:p14="http://schemas.microsoft.com/office/powerpoint/2010/main" val="4118232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16040-15B9-2D16-551A-6150ED194C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D165D67-5747-ADBA-9DF1-E3A449B803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A83C7F10-0F29-8339-DD54-F017888610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BEDCEB-B536-352A-5DEC-8C64672B2C97}"/>
              </a:ext>
            </a:extLst>
          </p:cNvPr>
          <p:cNvSpPr>
            <a:spLocks noGrp="1"/>
          </p:cNvSpPr>
          <p:nvPr>
            <p:ph type="dt" sz="half" idx="10"/>
          </p:nvPr>
        </p:nvSpPr>
        <p:spPr/>
        <p:txBody>
          <a:bodyPr/>
          <a:lstStyle/>
          <a:p>
            <a:fld id="{64DBA330-ADC9-41CF-B4A5-462045BEF010}" type="datetimeFigureOut">
              <a:rPr lang="en-CA" smtClean="0"/>
              <a:t>2026-01-17</a:t>
            </a:fld>
            <a:endParaRPr lang="en-CA"/>
          </a:p>
        </p:txBody>
      </p:sp>
      <p:sp>
        <p:nvSpPr>
          <p:cNvPr id="6" name="Footer Placeholder 5">
            <a:extLst>
              <a:ext uri="{FF2B5EF4-FFF2-40B4-BE49-F238E27FC236}">
                <a16:creationId xmlns:a16="http://schemas.microsoft.com/office/drawing/2014/main" id="{F39145A1-1B65-B78E-107C-C654B19E91B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FA0E009-3D39-BE80-86B9-562DA90524F3}"/>
              </a:ext>
            </a:extLst>
          </p:cNvPr>
          <p:cNvSpPr>
            <a:spLocks noGrp="1"/>
          </p:cNvSpPr>
          <p:nvPr>
            <p:ph type="sldNum" sz="quarter" idx="12"/>
          </p:nvPr>
        </p:nvSpPr>
        <p:spPr/>
        <p:txBody>
          <a:bodyPr/>
          <a:lstStyle/>
          <a:p>
            <a:fld id="{511C773A-398A-4233-8729-106376A292AF}" type="slidenum">
              <a:rPr lang="en-CA" smtClean="0"/>
              <a:t>‹#›</a:t>
            </a:fld>
            <a:endParaRPr lang="en-CA"/>
          </a:p>
        </p:txBody>
      </p:sp>
    </p:spTree>
    <p:extLst>
      <p:ext uri="{BB962C8B-B14F-4D97-AF65-F5344CB8AC3E}">
        <p14:creationId xmlns:p14="http://schemas.microsoft.com/office/powerpoint/2010/main" val="4171910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54EAC-7D64-DCA9-5CFB-91C0234C5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0EC3EA22-6CD9-330C-B910-9040B7271D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963AC9B7-6D46-6CFA-04C4-5A1155EFC8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632549-A6B8-2C5D-F7CD-38E07F7177E9}"/>
              </a:ext>
            </a:extLst>
          </p:cNvPr>
          <p:cNvSpPr>
            <a:spLocks noGrp="1"/>
          </p:cNvSpPr>
          <p:nvPr>
            <p:ph type="dt" sz="half" idx="10"/>
          </p:nvPr>
        </p:nvSpPr>
        <p:spPr/>
        <p:txBody>
          <a:bodyPr/>
          <a:lstStyle/>
          <a:p>
            <a:fld id="{64DBA330-ADC9-41CF-B4A5-462045BEF010}" type="datetimeFigureOut">
              <a:rPr lang="en-CA" smtClean="0"/>
              <a:t>2026-01-17</a:t>
            </a:fld>
            <a:endParaRPr lang="en-CA"/>
          </a:p>
        </p:txBody>
      </p:sp>
      <p:sp>
        <p:nvSpPr>
          <p:cNvPr id="6" name="Footer Placeholder 5">
            <a:extLst>
              <a:ext uri="{FF2B5EF4-FFF2-40B4-BE49-F238E27FC236}">
                <a16:creationId xmlns:a16="http://schemas.microsoft.com/office/drawing/2014/main" id="{93DBA269-0C0F-4930-6E24-88821D73A5A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3FD939D-3FFA-C1A7-C061-612C0EFAAE1F}"/>
              </a:ext>
            </a:extLst>
          </p:cNvPr>
          <p:cNvSpPr>
            <a:spLocks noGrp="1"/>
          </p:cNvSpPr>
          <p:nvPr>
            <p:ph type="sldNum" sz="quarter" idx="12"/>
          </p:nvPr>
        </p:nvSpPr>
        <p:spPr/>
        <p:txBody>
          <a:bodyPr/>
          <a:lstStyle/>
          <a:p>
            <a:fld id="{511C773A-398A-4233-8729-106376A292AF}" type="slidenum">
              <a:rPr lang="en-CA" smtClean="0"/>
              <a:t>‹#›</a:t>
            </a:fld>
            <a:endParaRPr lang="en-CA"/>
          </a:p>
        </p:txBody>
      </p:sp>
    </p:spTree>
    <p:extLst>
      <p:ext uri="{BB962C8B-B14F-4D97-AF65-F5344CB8AC3E}">
        <p14:creationId xmlns:p14="http://schemas.microsoft.com/office/powerpoint/2010/main" val="2408506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C94F2-DB73-6E81-9324-22030A828DE7}"/>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343398BA-77E9-7B16-0080-0F2BC01710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5AA5170-2DDA-2189-F778-8420683D71CB}"/>
              </a:ext>
            </a:extLst>
          </p:cNvPr>
          <p:cNvSpPr>
            <a:spLocks noGrp="1"/>
          </p:cNvSpPr>
          <p:nvPr>
            <p:ph type="dt" sz="half" idx="10"/>
          </p:nvPr>
        </p:nvSpPr>
        <p:spPr/>
        <p:txBody>
          <a:bodyPr/>
          <a:lstStyle/>
          <a:p>
            <a:fld id="{64DBA330-ADC9-41CF-B4A5-462045BEF010}" type="datetimeFigureOut">
              <a:rPr lang="en-CA" smtClean="0"/>
              <a:t>2026-01-17</a:t>
            </a:fld>
            <a:endParaRPr lang="en-CA"/>
          </a:p>
        </p:txBody>
      </p:sp>
      <p:sp>
        <p:nvSpPr>
          <p:cNvPr id="5" name="Footer Placeholder 4">
            <a:extLst>
              <a:ext uri="{FF2B5EF4-FFF2-40B4-BE49-F238E27FC236}">
                <a16:creationId xmlns:a16="http://schemas.microsoft.com/office/drawing/2014/main" id="{D87818AA-E8B2-6F20-9E70-90372D51ABF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D0869AD-65A4-F746-E264-E3E04E635E25}"/>
              </a:ext>
            </a:extLst>
          </p:cNvPr>
          <p:cNvSpPr>
            <a:spLocks noGrp="1"/>
          </p:cNvSpPr>
          <p:nvPr>
            <p:ph type="sldNum" sz="quarter" idx="12"/>
          </p:nvPr>
        </p:nvSpPr>
        <p:spPr/>
        <p:txBody>
          <a:bodyPr/>
          <a:lstStyle/>
          <a:p>
            <a:fld id="{511C773A-398A-4233-8729-106376A292AF}" type="slidenum">
              <a:rPr lang="en-CA" smtClean="0"/>
              <a:t>‹#›</a:t>
            </a:fld>
            <a:endParaRPr lang="en-CA"/>
          </a:p>
        </p:txBody>
      </p:sp>
    </p:spTree>
    <p:extLst>
      <p:ext uri="{BB962C8B-B14F-4D97-AF65-F5344CB8AC3E}">
        <p14:creationId xmlns:p14="http://schemas.microsoft.com/office/powerpoint/2010/main" val="3367173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8D8D76-F78B-53DE-EB0D-870F9C910E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E875714F-7311-CBE7-A189-2D8FF90F01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53D71C9-CE80-72D9-C091-BD17A451C148}"/>
              </a:ext>
            </a:extLst>
          </p:cNvPr>
          <p:cNvSpPr>
            <a:spLocks noGrp="1"/>
          </p:cNvSpPr>
          <p:nvPr>
            <p:ph type="dt" sz="half" idx="10"/>
          </p:nvPr>
        </p:nvSpPr>
        <p:spPr/>
        <p:txBody>
          <a:bodyPr/>
          <a:lstStyle/>
          <a:p>
            <a:fld id="{64DBA330-ADC9-41CF-B4A5-462045BEF010}" type="datetimeFigureOut">
              <a:rPr lang="en-CA" smtClean="0"/>
              <a:t>2026-01-17</a:t>
            </a:fld>
            <a:endParaRPr lang="en-CA"/>
          </a:p>
        </p:txBody>
      </p:sp>
      <p:sp>
        <p:nvSpPr>
          <p:cNvPr id="5" name="Footer Placeholder 4">
            <a:extLst>
              <a:ext uri="{FF2B5EF4-FFF2-40B4-BE49-F238E27FC236}">
                <a16:creationId xmlns:a16="http://schemas.microsoft.com/office/drawing/2014/main" id="{0B8E9D99-F130-7FC4-BC89-8938476692C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19DE725-A9C3-6FC8-BF1D-0F498B25FC72}"/>
              </a:ext>
            </a:extLst>
          </p:cNvPr>
          <p:cNvSpPr>
            <a:spLocks noGrp="1"/>
          </p:cNvSpPr>
          <p:nvPr>
            <p:ph type="sldNum" sz="quarter" idx="12"/>
          </p:nvPr>
        </p:nvSpPr>
        <p:spPr/>
        <p:txBody>
          <a:bodyPr/>
          <a:lstStyle/>
          <a:p>
            <a:fld id="{511C773A-398A-4233-8729-106376A292AF}" type="slidenum">
              <a:rPr lang="en-CA" smtClean="0"/>
              <a:t>‹#›</a:t>
            </a:fld>
            <a:endParaRPr lang="en-CA"/>
          </a:p>
        </p:txBody>
      </p:sp>
    </p:spTree>
    <p:extLst>
      <p:ext uri="{BB962C8B-B14F-4D97-AF65-F5344CB8AC3E}">
        <p14:creationId xmlns:p14="http://schemas.microsoft.com/office/powerpoint/2010/main" val="4073484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6C0068-084A-4F1D-8939-9A6D215D33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5CE5E85-EDE2-2FDB-17CD-9E051A934B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54C4D9D-F0AC-6248-EF8C-B3BF53A342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DBA330-ADC9-41CF-B4A5-462045BEF010}" type="datetimeFigureOut">
              <a:rPr lang="en-CA" smtClean="0"/>
              <a:t>2026-01-17</a:t>
            </a:fld>
            <a:endParaRPr lang="en-CA"/>
          </a:p>
        </p:txBody>
      </p:sp>
      <p:sp>
        <p:nvSpPr>
          <p:cNvPr id="5" name="Footer Placeholder 4">
            <a:extLst>
              <a:ext uri="{FF2B5EF4-FFF2-40B4-BE49-F238E27FC236}">
                <a16:creationId xmlns:a16="http://schemas.microsoft.com/office/drawing/2014/main" id="{B302AB85-5988-1C25-BE29-74D4FA9F6B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6458E9C4-00AE-9D34-F238-D2A385A0CC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1C773A-398A-4233-8729-106376A292AF}" type="slidenum">
              <a:rPr lang="en-CA" smtClean="0"/>
              <a:t>‹#›</a:t>
            </a:fld>
            <a:endParaRPr lang="en-CA"/>
          </a:p>
        </p:txBody>
      </p:sp>
    </p:spTree>
    <p:extLst>
      <p:ext uri="{BB962C8B-B14F-4D97-AF65-F5344CB8AC3E}">
        <p14:creationId xmlns:p14="http://schemas.microsoft.com/office/powerpoint/2010/main" val="2178529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9C204-4CC4-FFBD-33AD-08461910AC26}"/>
              </a:ext>
            </a:extLst>
          </p:cNvPr>
          <p:cNvSpPr>
            <a:spLocks noGrp="1"/>
          </p:cNvSpPr>
          <p:nvPr>
            <p:ph type="ctrTitle"/>
          </p:nvPr>
        </p:nvSpPr>
        <p:spPr/>
        <p:txBody>
          <a:bodyPr/>
          <a:lstStyle/>
          <a:p>
            <a:endParaRPr lang="en-CA"/>
          </a:p>
        </p:txBody>
      </p:sp>
      <p:sp>
        <p:nvSpPr>
          <p:cNvPr id="3" name="Subtitle 2">
            <a:extLst>
              <a:ext uri="{FF2B5EF4-FFF2-40B4-BE49-F238E27FC236}">
                <a16:creationId xmlns:a16="http://schemas.microsoft.com/office/drawing/2014/main" id="{DFFB6873-B070-EDDB-8070-183910BC9BEB}"/>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2655514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D33D4-B5BE-1327-99E7-2B04FD5B2041}"/>
              </a:ext>
            </a:extLst>
          </p:cNvPr>
          <p:cNvSpPr>
            <a:spLocks noGrp="1"/>
          </p:cNvSpPr>
          <p:nvPr>
            <p:ph type="title"/>
          </p:nvPr>
        </p:nvSpPr>
        <p:spPr/>
        <p:txBody>
          <a:bodyPr/>
          <a:lstStyle/>
          <a:p>
            <a:r>
              <a:rPr lang="en-CA" dirty="0"/>
              <a:t>Assignment #1 Due </a:t>
            </a:r>
            <a:r>
              <a:rPr lang="en-CA"/>
              <a:t>Date Jan </a:t>
            </a:r>
            <a:r>
              <a:rPr lang="en-CA" dirty="0"/>
              <a:t>29</a:t>
            </a:r>
            <a:r>
              <a:rPr lang="en-CA" baseline="30000" dirty="0"/>
              <a:t>th</a:t>
            </a:r>
            <a:r>
              <a:rPr lang="en-CA" dirty="0"/>
              <a:t>   </a:t>
            </a:r>
          </a:p>
        </p:txBody>
      </p:sp>
      <p:sp>
        <p:nvSpPr>
          <p:cNvPr id="3" name="Content Placeholder 2">
            <a:extLst>
              <a:ext uri="{FF2B5EF4-FFF2-40B4-BE49-F238E27FC236}">
                <a16:creationId xmlns:a16="http://schemas.microsoft.com/office/drawing/2014/main" id="{8B8665CE-3802-F887-6A5D-C2DD9F3076EF}"/>
              </a:ext>
            </a:extLst>
          </p:cNvPr>
          <p:cNvSpPr>
            <a:spLocks noGrp="1"/>
          </p:cNvSpPr>
          <p:nvPr>
            <p:ph idx="1"/>
          </p:nvPr>
        </p:nvSpPr>
        <p:spPr/>
        <p:txBody>
          <a:bodyPr/>
          <a:lstStyle/>
          <a:p>
            <a:pPr marL="0" indent="0">
              <a:lnSpc>
                <a:spcPct val="107000"/>
              </a:lnSpc>
              <a:spcAft>
                <a:spcPts val="800"/>
              </a:spcAft>
              <a:buNone/>
            </a:pPr>
            <a:r>
              <a:rPr lang="en-CA" sz="1800" dirty="0">
                <a:latin typeface="Calibri" panose="020F0502020204030204" pitchFamily="34" charset="0"/>
                <a:ea typeface="Calibri" panose="020F0502020204030204" pitchFamily="34" charset="0"/>
                <a:cs typeface="Times New Roman" panose="02020603050405020304" pitchFamily="18" charset="0"/>
              </a:rPr>
              <a:t>Write</a:t>
            </a:r>
            <a:r>
              <a:rPr lang="en-CA" sz="1800" dirty="0">
                <a:effectLst/>
                <a:latin typeface="Calibri" panose="020F0502020204030204" pitchFamily="34" charset="0"/>
                <a:ea typeface="Calibri" panose="020F0502020204030204" pitchFamily="34" charset="0"/>
                <a:cs typeface="Times New Roman" panose="02020603050405020304" pitchFamily="18" charset="0"/>
              </a:rPr>
              <a:t> a </a:t>
            </a:r>
            <a:r>
              <a:rPr lang="en-CA" sz="1800" dirty="0" err="1">
                <a:effectLst/>
                <a:latin typeface="Calibri" panose="020F0502020204030204" pitchFamily="34" charset="0"/>
                <a:ea typeface="Calibri" panose="020F0502020204030204" pitchFamily="34" charset="0"/>
                <a:cs typeface="Times New Roman" panose="02020603050405020304" pitchFamily="18" charset="0"/>
              </a:rPr>
              <a:t>Matlab</a:t>
            </a:r>
            <a:r>
              <a:rPr lang="en-CA" sz="1800" dirty="0">
                <a:effectLst/>
                <a:latin typeface="Calibri" panose="020F0502020204030204" pitchFamily="34" charset="0"/>
                <a:ea typeface="Calibri" panose="020F0502020204030204" pitchFamily="34" charset="0"/>
                <a:cs typeface="Times New Roman" panose="02020603050405020304" pitchFamily="18" charset="0"/>
              </a:rPr>
              <a:t> code test a 10 GS/s ADC 8-bit ADC. First, generate an input sequence of fin. Second, generate sampled sequence and their digitized versions. Take 8192 points FFT and from the FFT find SNR, SFDR, SINAD, and ENOB. </a:t>
            </a:r>
          </a:p>
          <a:p>
            <a:pPr marL="342900" lvl="0" indent="-342900">
              <a:lnSpc>
                <a:spcPct val="107000"/>
              </a:lnSpc>
              <a:buFont typeface="+mj-lt"/>
              <a:buAutoNum type="alphaUcPeriod"/>
            </a:pPr>
            <a:r>
              <a:rPr lang="en-CA" sz="1800" dirty="0">
                <a:effectLst/>
                <a:latin typeface="Calibri" panose="020F0502020204030204" pitchFamily="34" charset="0"/>
                <a:ea typeface="Calibri" panose="020F0502020204030204" pitchFamily="34" charset="0"/>
                <a:cs typeface="Times New Roman" panose="02020603050405020304" pitchFamily="18" charset="0"/>
              </a:rPr>
              <a:t>Add non-linearity and spec the maximum non-linearity the front-end can tolerate without losing more than 1.5-bit ENOB. Identify the nonlinear tones in the FFT</a:t>
            </a:r>
          </a:p>
          <a:p>
            <a:pPr marL="342900" lvl="0" indent="-342900">
              <a:lnSpc>
                <a:spcPct val="107000"/>
              </a:lnSpc>
              <a:buFont typeface="+mj-lt"/>
              <a:buAutoNum type="alphaUcPeriod"/>
            </a:pPr>
            <a:r>
              <a:rPr lang="en-CA" sz="1800" dirty="0">
                <a:effectLst/>
                <a:latin typeface="Calibri" panose="020F0502020204030204" pitchFamily="34" charset="0"/>
                <a:ea typeface="Calibri" panose="020F0502020204030204" pitchFamily="34" charset="0"/>
                <a:cs typeface="Times New Roman" panose="02020603050405020304" pitchFamily="18" charset="0"/>
              </a:rPr>
              <a:t>Add random noise and find the maximum random noise the front-end can without losing more than 1-bit ENOB</a:t>
            </a:r>
          </a:p>
          <a:p>
            <a:pPr marL="342900" lvl="0" indent="-342900">
              <a:lnSpc>
                <a:spcPct val="107000"/>
              </a:lnSpc>
              <a:spcAft>
                <a:spcPts val="800"/>
              </a:spcAft>
              <a:buFont typeface="+mj-lt"/>
              <a:buAutoNum type="alphaUcPeriod"/>
            </a:pPr>
            <a:r>
              <a:rPr lang="en-CA" sz="1800" dirty="0">
                <a:effectLst/>
                <a:latin typeface="Calibri" panose="020F0502020204030204" pitchFamily="34" charset="0"/>
                <a:ea typeface="Calibri" panose="020F0502020204030204" pitchFamily="34" charset="0"/>
                <a:cs typeface="Times New Roman" panose="02020603050405020304" pitchFamily="18" charset="0"/>
              </a:rPr>
              <a:t>Add the effect of jitter in the code and comment on how jitter impacts the performance.</a:t>
            </a:r>
          </a:p>
          <a:p>
            <a:pPr marL="0" indent="0">
              <a:buNone/>
            </a:pPr>
            <a:r>
              <a:rPr lang="en-CA" sz="1800" b="1" dirty="0"/>
              <a:t>Submission must include FFT plots, results and observation. Please also send the source code. This is an individual project.  </a:t>
            </a:r>
          </a:p>
        </p:txBody>
      </p:sp>
    </p:spTree>
    <p:extLst>
      <p:ext uri="{BB962C8B-B14F-4D97-AF65-F5344CB8AC3E}">
        <p14:creationId xmlns:p14="http://schemas.microsoft.com/office/powerpoint/2010/main" val="14132589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141</Words>
  <Application>Microsoft Office PowerPoint</Application>
  <PresentationFormat>Widescreen</PresentationFormat>
  <Paragraphs>6</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Assignment #1 Due Date Jan 29th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Masum Hossain</dc:creator>
  <cp:lastModifiedBy>Masum Hossain</cp:lastModifiedBy>
  <cp:revision>5</cp:revision>
  <dcterms:created xsi:type="dcterms:W3CDTF">2022-10-05T02:22:09Z</dcterms:created>
  <dcterms:modified xsi:type="dcterms:W3CDTF">2026-01-17T15:05:42Z</dcterms:modified>
</cp:coreProperties>
</file>